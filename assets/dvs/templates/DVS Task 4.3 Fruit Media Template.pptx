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f6ee27df6740b5" /><Relationship Type="http://schemas.openxmlformats.org/officeDocument/2006/relationships/extended-properties" Target="/docProps/app.xml" Id="R3ffee941d01c4f1d" /><Relationship Type="http://schemas.openxmlformats.org/officeDocument/2006/relationships/officeDocument" Target="/ppt/presentation.xml" Id="Re4574fe3924b46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09268e9fba4274"/>
  </p:sldMasterIdLst>
  <p:notesMasterIdLst>
    <p:notesMasterId xmlns:r="http://schemas.openxmlformats.org/officeDocument/2006/relationships" r:id="R25a8fd85dbc04396"/>
  </p:notesMasterIdLst>
  <p:sldIdLst>
    <p:sldId xmlns:r="http://schemas.openxmlformats.org/officeDocument/2006/relationships" id="256" r:id="Rc34c0591e37b429f"/>
    <p:sldId xmlns:r="http://schemas.openxmlformats.org/officeDocument/2006/relationships" id="257" r:id="R2cd09694a2dd4df8"/>
    <p:sldId xmlns:r="http://schemas.openxmlformats.org/officeDocument/2006/relationships" id="258" r:id="Re863a88a1daf4940"/>
    <p:sldId xmlns:r="http://schemas.openxmlformats.org/officeDocument/2006/relationships" id="259" r:id="R1677d2f95d474c00"/>
    <p:sldId xmlns:r="http://schemas.openxmlformats.org/officeDocument/2006/relationships" id="260" r:id="Rb5ceb7b16fd447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69361a706c4fe9" /><Relationship Type="http://schemas.openxmlformats.org/officeDocument/2006/relationships/slideMaster" Target="/ppt/slideMasters/slideMaster1.xml" Id="R7c09268e9fba4274" /><Relationship Type="http://schemas.openxmlformats.org/officeDocument/2006/relationships/notesMaster" Target="/ppt/notesMasters/notesMaster1.xml" Id="R25a8fd85dbc04396" /><Relationship Type="http://schemas.openxmlformats.org/officeDocument/2006/relationships/presProps" Target="/ppt/presProps.xml" Id="Ra42a5d03277f49ce" /><Relationship Type="http://schemas.openxmlformats.org/officeDocument/2006/relationships/tableStyles" Target="/ppt/tableStyles.xml" Id="R58b6cbd55ca14649" /><Relationship Type="http://schemas.openxmlformats.org/officeDocument/2006/relationships/slide" Target="/ppt/slides/slide1.xml" Id="Rc34c0591e37b429f" /><Relationship Type="http://schemas.openxmlformats.org/officeDocument/2006/relationships/slide" Target="/ppt/slides/slide2.xml" Id="R2cd09694a2dd4df8" /><Relationship Type="http://schemas.openxmlformats.org/officeDocument/2006/relationships/slide" Target="/ppt/slides/slide3.xml" Id="Re863a88a1daf4940" /><Relationship Type="http://schemas.openxmlformats.org/officeDocument/2006/relationships/slide" Target="/ppt/slides/slide4.xml" Id="R1677d2f95d474c00" /><Relationship Type="http://schemas.openxmlformats.org/officeDocument/2006/relationships/slide" Target="/ppt/slides/slide5.xml" Id="Rb5ceb7b16fd447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c2287b3f664e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69d7be7aed4241" /><Relationship Type="http://schemas.openxmlformats.org/officeDocument/2006/relationships/notesMaster" Target="/ppt/notesMasters/notesMaster1.xml" Id="R2d744fcf9efd43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796a8998d0428e" /><Relationship Type="http://schemas.openxmlformats.org/officeDocument/2006/relationships/notesMaster" Target="/ppt/notesMasters/notesMaster1.xml" Id="R6e06e77c82084a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9b8e89404045c3" /><Relationship Type="http://schemas.openxmlformats.org/officeDocument/2006/relationships/notesMaster" Target="/ppt/notesMasters/notesMaster1.xml" Id="R54e79017be3f41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ab58179b41489d" /><Relationship Type="http://schemas.openxmlformats.org/officeDocument/2006/relationships/notesMaster" Target="/ppt/notesMasters/notesMaster1.xml" Id="R99703170b6dd42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59dee894be41c8" /><Relationship Type="http://schemas.openxmlformats.org/officeDocument/2006/relationships/notesMaster" Target="/ppt/notesMasters/notesMaster1.xml" Id="Re4fdf35b1cc94c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background added; set native image transparency to your chosen semi-transparent level in PowerPoint. Source: https://learning.noroff.no/mod/book/view.php?id=22907&amp;chapterid=81645. Apply Facet, named title colour and required effects in PowerPoint.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exercise facts: https://learning.noroff.no/mod/book/view.php?id=22907&amp;chapterid=81645. Preserve the given botanical wording; it is not an independent taxonomy claim. Apply Facet and Dark Green, Accent 2, Darker 50% title colour. Apply Morph to all slides. This scaffold has no actual media, animations or theme applied. Required object effect: Grow &amp; Turn. Banana background removal and pineapple sizing require native editing.</a:t>
            </a:r>
          </a:p>
          <a:p xmlns:a="http://schemas.openxmlformats.org/drawingml/2006/main">
            <a:r>
              <a:t>Media added: lemon-illustration.png. Generated educational asset. This is a static PNG, not a native 3D model; replace it before applying the required model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exercise facts: https://learning.noroff.no/mod/book/view.php?id=22907&amp;chapterid=81645. Preserve the given botanical wording; it is not an independent taxonomy claim. Apply Facet and Dark Green, Accent 2, Darker 50% title colour. Apply Morph to all slides. This scaffold has no actual media, animations or theme applied. Required object effect: Float Down. Banana background removal and pineapple sizing require native editing.</a:t>
            </a:r>
          </a:p>
          <a:p xmlns:a="http://schemas.openxmlformats.org/drawingml/2006/main">
            <a:r>
              <a:t>Media added: banana-cutout.png. Generated educational asset.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exercise facts: https://learning.noroff.no/mod/book/view.php?id=22907&amp;chapterid=81645. Preserve the given botanical wording; it is not an independent taxonomy claim. Apply Facet and Dark Green, Accent 2, Darker 50% title colour. Apply Morph to all slides. This scaffold has no actual media, animations or theme applied. Required object effect: Fade. Banana background removal and pineapple sizing require native editing.</a:t>
            </a:r>
          </a:p>
          <a:p xmlns:a="http://schemas.openxmlformats.org/drawingml/2006/main">
            <a:r>
              <a:t>Media added: pineapple-icon.png. Generated educational asset. This is a raster icon picture. If native SVG icon editing is required, replace through Insert → Icons.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table and bar chart use identical supplied values 2.5,12,3.5 kg. Embedded chart workbook is a literal snapshot, not a linked source. No population, denominator or reporting year supplied. Source: https://learning.noroff.no/mod/book/view.php?id=22907&amp;chapterid=81645.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8f08c2a7c4c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537071cc344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f86eaedf341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7b385ebad4f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d11e25b3b4e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4bf1479014d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017CAA-23BC-4116-8D4C-557C08DD2C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9D50FA-C4DA-463E-842F-2DBFF8AFBC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04D25E-45F0-49A2-8FEB-674F2270FC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04C8C5-7B35-4732-94E1-2F65D4247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E72E77-F648-4C81-8FBA-BEF5D971CE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D59A1A-5868-408A-B4FB-06077572C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0A6DB6-FC9B-4DFD-AF6F-5A1C91D568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45DD10-D009-4DE0-9F1A-95BD81D68C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4CA14F-FD56-4507-9671-A86C544939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BED592-C860-4908-A22E-8188B3528B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9a3abd2bd34414" /><Relationship Type="http://schemas.openxmlformats.org/officeDocument/2006/relationships/slideLayout" Target="/ppt/slideLayouts/slideLayout1.xml" Id="R56e40c4b18764623" /><Relationship Type="http://schemas.openxmlformats.org/officeDocument/2006/relationships/slideLayout" Target="/ppt/slideLayouts/slideLayout2.xml" Id="R7d8f52d811a94486" /><Relationship Type="http://schemas.openxmlformats.org/officeDocument/2006/relationships/slideLayout" Target="/ppt/slideLayouts/slideLayout3.xml" Id="R82eb4341ee06473c" /><Relationship Type="http://schemas.openxmlformats.org/officeDocument/2006/relationships/slideLayout" Target="/ppt/slideLayouts/slideLayout4.xml" Id="Rde63a740779b41ae" /><Relationship Type="http://schemas.openxmlformats.org/officeDocument/2006/relationships/slideLayout" Target="/ppt/slideLayouts/slideLayout5.xml" Id="R15c02e83a611461b" /><Relationship Type="http://schemas.openxmlformats.org/officeDocument/2006/relationships/slideLayout" Target="/ppt/slideLayouts/slideLayout6.xml" Id="Rbe68c4653bc945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e40c4b18764623"/>
    <p:sldLayoutId xmlns:r="http://schemas.openxmlformats.org/officeDocument/2006/relationships" id="2147483650" r:id="R7d8f52d811a94486"/>
    <p:sldLayoutId xmlns:r="http://schemas.openxmlformats.org/officeDocument/2006/relationships" id="2147483651" r:id="R82eb4341ee06473c"/>
    <p:sldLayoutId xmlns:r="http://schemas.openxmlformats.org/officeDocument/2006/relationships" id="2147483652" r:id="Rde63a740779b41ae"/>
    <p:sldLayoutId xmlns:r="http://schemas.openxmlformats.org/officeDocument/2006/relationships" id="2147483653" r:id="R15c02e83a611461b"/>
    <p:sldLayoutId xmlns:r="http://schemas.openxmlformats.org/officeDocument/2006/relationships" id="2147483654" r:id="Rbe68c4653bc945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880ec5064448e" /><Relationship Type="http://schemas.openxmlformats.org/officeDocument/2006/relationships/image" Target="/ppt/media/image.png" Id="Refb3bd32ae2c4f37" /><Relationship Type="http://schemas.openxmlformats.org/officeDocument/2006/relationships/notesSlide" Target="/ppt/notesSlides/notesSlide1.xml" Id="Rdf7ffb126e2542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0f8c48bd4646d9" /><Relationship Type="http://schemas.openxmlformats.org/officeDocument/2006/relationships/image" Target="/ppt/media/image2.png" Id="R5c288ef8af7a4ca5" /><Relationship Type="http://schemas.openxmlformats.org/officeDocument/2006/relationships/notesSlide" Target="/ppt/notesSlides/notesSlide2.xml" Id="R7c3059cff6ed40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b839200a474b12" /><Relationship Type="http://schemas.openxmlformats.org/officeDocument/2006/relationships/image" Target="/ppt/media/image3.png" Id="R8f45658de49c49d2" /><Relationship Type="http://schemas.openxmlformats.org/officeDocument/2006/relationships/notesSlide" Target="/ppt/notesSlides/notesSlide3.xml" Id="R83c45d1f688c45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b8f537d404283" /><Relationship Type="http://schemas.openxmlformats.org/officeDocument/2006/relationships/image" Target="/ppt/media/image4.png" Id="R9f33aa707e334e58" /><Relationship Type="http://schemas.openxmlformats.org/officeDocument/2006/relationships/notesSlide" Target="/ppt/notesSlides/notesSlide4.xml" Id="R80998ed7cb6f40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56749ec074888" /><Relationship Type="http://schemas.openxmlformats.org/officeDocument/2006/relationships/chart" Target="/ppt/slides/charts/chart1.xml" Id="R5499088494504302" /><Relationship Type="http://schemas.openxmlformats.org/officeDocument/2006/relationships/notesSlide" Target="/ppt/notesSlides/notesSlide5.xml" Id="Rda0ed11cd6264bc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Annual consumption (kg)</c:v>
          </c:tx>
          <c:spPr>
            <a:solidFill xmlns:a="http://schemas.openxmlformats.org/drawingml/2006/main">
              <a:srgbClr val="147D8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Lemon</c:v>
                </c:pt>
                <c:pt idx="1">
                  <c:v>Banana</c:v>
                </c:pt>
                <c:pt idx="2">
                  <c:v>Pineapple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2.5</c:v>
                </c:pt>
                <c:pt idx="1">
                  <c:v>12</c:v>
                </c:pt>
                <c:pt idx="2">
                  <c:v>3.5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kg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66836-5298-48A1-9EE2-D5D369F045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3bd32ae2c4f3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2F856-9985-4CA8-854F-A4DE0D75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0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Tropical fruits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69F5B-F5C8-4D08-A88E-55676615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[Name and course]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86850-230C-49F9-99F0-5D42B20A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09563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92F4C-ED67-4BBC-A7EA-4DC83B05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Lemon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49CBF-1233-43EF-8A2D-2F918B24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Latin name: Citrus lemon</a:t>
            </a:r>
          </a:p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Size: 5–8 cm</a:t>
            </a:r>
          </a:p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Weight: up to 60 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432A5-F0C2-43E6-8FE0-21F98870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717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CB222-42DF-4DF0-9EA2-63FCDD1DD7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88ef8af7a4ca5"/>
          <a:stretch xmlns:a="http://schemas.openxmlformats.org/drawingml/2006/main"/>
        </p:blipFill>
        <p:spPr>
          <a:xfrm xmlns:a="http://schemas.openxmlformats.org/drawingml/2006/main">
            <a:off x="7124700" y="1762125"/>
            <a:ext cx="3943350" cy="3286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68C30-1531-4528-B937-927B22D4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717D"/>
                </a:solidFill>
                <a:latin typeface="Arial"/>
                <a:ea typeface="Arial"/>
                <a:cs typeface="Arial"/>
              </a:rPr>
              <a:t>Static preview: replace with a native lemon 3D model for Task 4.3.</a:t>
            </a:r>
          </a:p>
        </p:txBody>
      </p:sp>
    </p:spTree>
    <p:extLst>
      <p:ext uri="{BB962C8B-B14F-4D97-AF65-F5344CB8AC3E}">
        <p14:creationId xmlns:p14="http://schemas.microsoft.com/office/powerpoint/2010/main" val="1204970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99365-8E0A-4179-9F61-2B5D4520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Banana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71E27-765D-4E07-B842-DF90CAE2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Latin name: Musa</a:t>
            </a:r>
          </a:p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Length: 15 cm</a:t>
            </a:r>
          </a:p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Weight: approximately 120 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8BCD6-540E-41B6-8DFC-BF1F2AC3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717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52DF3-FD09-45FE-BBC1-8FE8EB84C6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5658de49c49d2"/>
          <a:stretch xmlns:a="http://schemas.openxmlformats.org/drawingml/2006/main"/>
        </p:blipFill>
        <p:spPr>
          <a:xfrm xmlns:a="http://schemas.openxmlformats.org/drawingml/2006/main">
            <a:off x="7048500" y="2039938"/>
            <a:ext cx="4095750" cy="273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40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F6AEE-7821-45E8-BED0-4D16F9A9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Pineapple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72509-DD78-446D-A135-8DC2AD1E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Latin name: Ananas comosus</a:t>
            </a:r>
          </a:p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Size: approximately 30 cm</a:t>
            </a:r>
          </a:p>
          <a:p xmlns:a="http://schemas.openxmlformats.org/drawingml/2006/main">
            <a:pPr>
              <a:buNone/>
              <a:defRPr sz="24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Weight: 900–1,100 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67BEB-0B64-44B9-958D-361C906A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38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717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86FEB-BA52-4341-B8A7-EB8BAADD6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3aa707e334e58"/>
          <a:stretch xmlns:a="http://schemas.openxmlformats.org/drawingml/2006/main"/>
        </p:blipFill>
        <p:spPr>
          <a:xfrm xmlns:a="http://schemas.openxmlformats.org/drawingml/2006/main">
            <a:off x="8001000" y="1762125"/>
            <a:ext cx="2190750" cy="3286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40F59-2DD6-4E94-8107-DA6F3791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717D"/>
                </a:solidFill>
                <a:latin typeface="Arial"/>
                <a:ea typeface="Arial"/>
                <a:cs typeface="Arial"/>
              </a:rPr>
              <a:t>Pineapple icon supplied as an editable picture object.</a:t>
            </a:r>
          </a:p>
        </p:txBody>
      </p:sp>
    </p:spTree>
    <p:extLst>
      <p:ext uri="{BB962C8B-B14F-4D97-AF65-F5344CB8AC3E}">
        <p14:creationId xmlns:p14="http://schemas.microsoft.com/office/powerpoint/2010/main" val="406715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EB42D-F801-4212-870C-167A4F03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Annual fruit consumption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8E29B-37AA-48C3-B0DC-818FF7C7B5EE}"/>
              </a:ext>
            </a:extLst>
          </p:cNvPr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4524375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2188"/>
                <a:gridCol w="2262188"/>
              </a:tblGrid>
              <a:tr h="61912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Fruit</a:t>
                      </a:r>
                    </a:p>
                  </a:txBody>
                  <a:tcPr marL="91440" marR="91440" marT="45720" marB="45720">
                    <a:solidFill>
                      <a:srgbClr val="E9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kg</a:t>
                      </a:r>
                    </a:p>
                  </a:txBody>
                  <a:tcPr marL="91440" marR="91440" marT="45720" marB="45720">
                    <a:solidFill>
                      <a:srgbClr val="E9F3F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Lemon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Banana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Pineapple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9DAE1-A7B4-4005-9BE9-06D261F8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4810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5371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717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C4FE8-A65B-4B59-B801-5DE38635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Supplied exercise values; population and year unspecified.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E982D5E-EAE8-40E8-AE9B-E3EB0163B1D7}"/>
              </a:ext>
            </a:extLst>
          </p:cNvPr>
          <p:cNvGraphicFramePr/>
          <p:nvPr/>
        </p:nvGraphicFramePr>
        <p:xfrm>
          <a:off xmlns:a="http://schemas.openxmlformats.org/drawingml/2006/main" x="6096000" y="1905000"/>
          <a:ext xmlns:a="http://schemas.openxmlformats.org/drawingml/2006/main" cx="538162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99088494504302"/>
          </a:graphicData>
        </a:graphic>
      </p:graphicFrame>
    </p:spTree>
    <p:extLst>
      <p:ext uri="{BB962C8B-B14F-4D97-AF65-F5344CB8AC3E}">
        <p14:creationId xmlns:p14="http://schemas.microsoft.com/office/powerpoint/2010/main" val="1974137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2026-10-14T22:08:05.7570000Z</dcterms:created>
  <dcterms:modified xsi:type="dcterms:W3CDTF">2026-10-14T22:08:05.7570000Z</dcterms:modified>
</coreProperties>
</file>