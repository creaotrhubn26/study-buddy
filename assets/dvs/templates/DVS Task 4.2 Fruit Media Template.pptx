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cdc45212f34e24" /><Relationship Type="http://schemas.openxmlformats.org/officeDocument/2006/relationships/extended-properties" Target="/docProps/app.xml" Id="R8abb373f633d4f07" /><Relationship Type="http://schemas.openxmlformats.org/officeDocument/2006/relationships/officeDocument" Target="/ppt/presentation.xml" Id="Re3080f175c6144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20345472e24bc8"/>
  </p:sldMasterIdLst>
  <p:notesMasterIdLst>
    <p:notesMasterId xmlns:r="http://schemas.openxmlformats.org/officeDocument/2006/relationships" r:id="R2d0e382865e445eb"/>
  </p:notesMasterIdLst>
  <p:sldIdLst>
    <p:sldId xmlns:r="http://schemas.openxmlformats.org/officeDocument/2006/relationships" id="256" r:id="R31cd6ce01bf44eca"/>
    <p:sldId xmlns:r="http://schemas.openxmlformats.org/officeDocument/2006/relationships" id="257" r:id="R86f61d5297da418c"/>
    <p:sldId xmlns:r="http://schemas.openxmlformats.org/officeDocument/2006/relationships" id="258" r:id="Rb81f8c1ec6dd4a10"/>
    <p:sldId xmlns:r="http://schemas.openxmlformats.org/officeDocument/2006/relationships" id="259" r:id="R4687de11f68c4679"/>
    <p:sldId xmlns:r="http://schemas.openxmlformats.org/officeDocument/2006/relationships" id="260" r:id="R30a77c9585a248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31e633e84a42aa" /><Relationship Type="http://schemas.openxmlformats.org/officeDocument/2006/relationships/slideMaster" Target="/ppt/slideMasters/slideMaster1.xml" Id="R2520345472e24bc8" /><Relationship Type="http://schemas.openxmlformats.org/officeDocument/2006/relationships/notesMaster" Target="/ppt/notesMasters/notesMaster1.xml" Id="R2d0e382865e445eb" /><Relationship Type="http://schemas.openxmlformats.org/officeDocument/2006/relationships/presProps" Target="/ppt/presProps.xml" Id="Ra5d62729fc034dcd" /><Relationship Type="http://schemas.openxmlformats.org/officeDocument/2006/relationships/tableStyles" Target="/ppt/tableStyles.xml" Id="R60d6d53d3cd94e7e" /><Relationship Type="http://schemas.openxmlformats.org/officeDocument/2006/relationships/slide" Target="/ppt/slides/slide1.xml" Id="R31cd6ce01bf44eca" /><Relationship Type="http://schemas.openxmlformats.org/officeDocument/2006/relationships/slide" Target="/ppt/slides/slide2.xml" Id="R86f61d5297da418c" /><Relationship Type="http://schemas.openxmlformats.org/officeDocument/2006/relationships/slide" Target="/ppt/slides/slide3.xml" Id="Rb81f8c1ec6dd4a10" /><Relationship Type="http://schemas.openxmlformats.org/officeDocument/2006/relationships/slide" Target="/ppt/slides/slide4.xml" Id="R4687de11f68c4679" /><Relationship Type="http://schemas.openxmlformats.org/officeDocument/2006/relationships/slide" Target="/ppt/slides/slide5.xml" Id="R30a77c9585a248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a146171fe04b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66494ef49a4559" /><Relationship Type="http://schemas.openxmlformats.org/officeDocument/2006/relationships/notesMaster" Target="/ppt/notesMasters/notesMaster1.xml" Id="R1a8990e6773245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6d462aa652410c" /><Relationship Type="http://schemas.openxmlformats.org/officeDocument/2006/relationships/notesMaster" Target="/ppt/notesMasters/notesMaster1.xml" Id="R012fa4a062b947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8a28a558df443a" /><Relationship Type="http://schemas.openxmlformats.org/officeDocument/2006/relationships/notesMaster" Target="/ppt/notesMasters/notesMaster1.xml" Id="R25647923224d4e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99bc695b9a4106" /><Relationship Type="http://schemas.openxmlformats.org/officeDocument/2006/relationships/notesMaster" Target="/ppt/notesMasters/notesMaster1.xml" Id="Rd3b20b95d1bf4e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1f0833129d4697" /><Relationship Type="http://schemas.openxmlformats.org/officeDocument/2006/relationships/notesMaster" Target="/ppt/notesMasters/notesMaster1.xml" Id="Ra1c93e1959ef44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background added; set native image transparency to your chosen semi-transparent level in PowerPoint. Source: https://learning.noroff.no/mod/book/view.php?id=22907&amp;chapterid=81645.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exercise facts: https://learning.noroff.no/mod/book/view.php?id=22907&amp;chapterid=81645. Preserve the given botanical wording; it is not an independent taxonomy claim. Add the required media type for the continuation in Task 4.3.</a:t>
            </a:r>
          </a:p>
          <a:p xmlns:a="http://schemas.openxmlformats.org/drawingml/2006/main">
            <a:r>
              <a:t>Media added: lemon-illustration.png. Generated educational asset. This is a static PNG, not a native 3D model; replace it before applying the required model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exercise facts: https://learning.noroff.no/mod/book/view.php?id=22907&amp;chapterid=81645. Preserve the given botanical wording; it is not an independent taxonomy claim. Add the required media type for the continuation in Task 4.3.</a:t>
            </a:r>
          </a:p>
          <a:p xmlns:a="http://schemas.openxmlformats.org/drawingml/2006/main">
            <a:r>
              <a:t>Media added: banana-photo.png. Generated educational asset.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exercise facts: https://learning.noroff.no/mod/book/view.php?id=22907&amp;chapterid=81645. Preserve the given botanical wording; it is not an independent taxonomy claim. Add the required media type for the continuation in Task 4.3.</a:t>
            </a:r>
          </a:p>
          <a:p xmlns:a="http://schemas.openxmlformats.org/drawingml/2006/main">
            <a:r>
              <a:t>Media added: pineapple-icon.png. Generated educational asset. This is a raster icon picture. If native SVG icon editing is required, replace through Insert → Icons.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table and bar chart use identical supplied values 2.5,12,3.5 kg. Embedded chart workbook is a literal snapshot, not a linked source. No population, denominator or reporting year supplied. Source: https://learning.noroff.no/mod/book/view.php?id=22907&amp;chapterid=81645.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69ee8eed842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8c90bb6764c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927e64fe34e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dee32a4ac42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ebaa7cb5d49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056c82bd24e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3C4334-F311-4ED0-90A7-69BFD187B3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D1CF5E-DA37-4813-97CC-BAD890727A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099DE9-6DBB-4090-855C-C7E4B049E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D26DD1-C525-4A8E-9666-336714F8F4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206A09-F5CE-41FA-BA70-F58BE51486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011F23-41C6-42E6-8060-5CE0050BCA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EC5B27-1CBA-43C6-9875-A6E2EF01A6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802C78-CAD7-4A14-AA39-58110C0065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B447D2-8DEE-458C-94C2-51DF4AB066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792192-0DB8-4C15-8018-2EDF0345EF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af6c53e3aa4b99" /><Relationship Type="http://schemas.openxmlformats.org/officeDocument/2006/relationships/slideLayout" Target="/ppt/slideLayouts/slideLayout1.xml" Id="R3613eef27bbe4fd7" /><Relationship Type="http://schemas.openxmlformats.org/officeDocument/2006/relationships/slideLayout" Target="/ppt/slideLayouts/slideLayout2.xml" Id="R41376696229e4cad" /><Relationship Type="http://schemas.openxmlformats.org/officeDocument/2006/relationships/slideLayout" Target="/ppt/slideLayouts/slideLayout3.xml" Id="Rce5a5f92f95a4843" /><Relationship Type="http://schemas.openxmlformats.org/officeDocument/2006/relationships/slideLayout" Target="/ppt/slideLayouts/slideLayout4.xml" Id="R7da1bc3926ab4827" /><Relationship Type="http://schemas.openxmlformats.org/officeDocument/2006/relationships/slideLayout" Target="/ppt/slideLayouts/slideLayout5.xml" Id="Reae2e31180674fc8" /><Relationship Type="http://schemas.openxmlformats.org/officeDocument/2006/relationships/slideLayout" Target="/ppt/slideLayouts/slideLayout6.xml" Id="Rc6b8e9a8f6d24a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13eef27bbe4fd7"/>
    <p:sldLayoutId xmlns:r="http://schemas.openxmlformats.org/officeDocument/2006/relationships" id="2147483650" r:id="R41376696229e4cad"/>
    <p:sldLayoutId xmlns:r="http://schemas.openxmlformats.org/officeDocument/2006/relationships" id="2147483651" r:id="Rce5a5f92f95a4843"/>
    <p:sldLayoutId xmlns:r="http://schemas.openxmlformats.org/officeDocument/2006/relationships" id="2147483652" r:id="R7da1bc3926ab4827"/>
    <p:sldLayoutId xmlns:r="http://schemas.openxmlformats.org/officeDocument/2006/relationships" id="2147483653" r:id="Reae2e31180674fc8"/>
    <p:sldLayoutId xmlns:r="http://schemas.openxmlformats.org/officeDocument/2006/relationships" id="2147483654" r:id="Rc6b8e9a8f6d24a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50919a96d40f7" /><Relationship Type="http://schemas.openxmlformats.org/officeDocument/2006/relationships/image" Target="/ppt/media/image.png" Id="R67b29b85ea9a497b" /><Relationship Type="http://schemas.openxmlformats.org/officeDocument/2006/relationships/notesSlide" Target="/ppt/notesSlides/notesSlide1.xml" Id="Rc55d96e6d79e4a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56bb26e964bfc" /><Relationship Type="http://schemas.openxmlformats.org/officeDocument/2006/relationships/image" Target="/ppt/media/image2.png" Id="R429fcaa1cf9b4cc6" /><Relationship Type="http://schemas.openxmlformats.org/officeDocument/2006/relationships/notesSlide" Target="/ppt/notesSlides/notesSlide2.xml" Id="R2f0a001234b94b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be4cca2e84b3d" /><Relationship Type="http://schemas.openxmlformats.org/officeDocument/2006/relationships/image" Target="/ppt/media/image3.png" Id="R6b553eac136440bf" /><Relationship Type="http://schemas.openxmlformats.org/officeDocument/2006/relationships/notesSlide" Target="/ppt/notesSlides/notesSlide3.xml" Id="R2fdb2434006144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645bd99404a4a" /><Relationship Type="http://schemas.openxmlformats.org/officeDocument/2006/relationships/image" Target="/ppt/media/image4.png" Id="R3a8ca568663140aa" /><Relationship Type="http://schemas.openxmlformats.org/officeDocument/2006/relationships/notesSlide" Target="/ppt/notesSlides/notesSlide4.xml" Id="R5bbd990d3c744e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46d0813e42440b" /><Relationship Type="http://schemas.openxmlformats.org/officeDocument/2006/relationships/chart" Target="/ppt/slides/charts/chart1.xml" Id="R81db11387b834657" /><Relationship Type="http://schemas.openxmlformats.org/officeDocument/2006/relationships/notesSlide" Target="/ppt/notesSlides/notesSlide5.xml" Id="Rd80f393b11b649d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Annual consumption (kg)</c:v>
          </c:tx>
          <c:spPr>
            <a:solidFill xmlns:a="http://schemas.openxmlformats.org/drawingml/2006/main">
              <a:srgbClr val="147D8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Lemon</c:v>
                </c:pt>
                <c:pt idx="1">
                  <c:v>Banana</c:v>
                </c:pt>
                <c:pt idx="2">
                  <c:v>Pineapple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2.5</c:v>
                </c:pt>
                <c:pt idx="1">
                  <c:v>12</c:v>
                </c:pt>
                <c:pt idx="2">
                  <c:v>3.5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kg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63873-AD64-4DFF-8F0A-8DEDA1CF9A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29b85ea9a497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B9D0F-ED59-43A3-834F-05C990F5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0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Tropical fruits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A6E40-5264-4B12-BAB6-BC1DD1F8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[Name and course]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2C150-6F24-4BA1-91DA-91605184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5588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5EEDF-9A39-42AB-BA81-16342FB7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Lemon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C1C61-6A54-4082-A72E-334D9B41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Latin name: Citrus lemon</a:t>
            </a:r>
          </a:p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Size: 5–8 cm</a:t>
            </a:r>
          </a:p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Weight: up to 60 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4BAEE-6FA5-4176-B2A4-A803EA35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717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7C40F-D2BB-4AC1-BADA-AFE4327926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fcaa1cf9b4cc6"/>
          <a:stretch xmlns:a="http://schemas.openxmlformats.org/drawingml/2006/main"/>
        </p:blipFill>
        <p:spPr>
          <a:xfrm xmlns:a="http://schemas.openxmlformats.org/drawingml/2006/main">
            <a:off x="7124700" y="1762125"/>
            <a:ext cx="3943350" cy="3286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9D90D-CA4B-4650-B849-C7176F06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717D"/>
                </a:solidFill>
                <a:latin typeface="Arial"/>
                <a:ea typeface="Arial"/>
                <a:cs typeface="Arial"/>
              </a:rPr>
              <a:t>Static preview: replace with a native lemon 3D model for Task 4.3.</a:t>
            </a:r>
          </a:p>
        </p:txBody>
      </p:sp>
    </p:spTree>
    <p:extLst>
      <p:ext uri="{BB962C8B-B14F-4D97-AF65-F5344CB8AC3E}">
        <p14:creationId xmlns:p14="http://schemas.microsoft.com/office/powerpoint/2010/main" val="2093565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787FF-E492-465D-9FF5-1FF28F44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Banana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84723-A585-45DD-85D6-B6832BFE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Latin name: Musa</a:t>
            </a:r>
          </a:p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Length: 15 cm</a:t>
            </a:r>
          </a:p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Weight: approximately 120 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B1D81-3A3B-4E97-9389-C7B2B440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717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92091-08AA-4732-A892-332403E776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53eac136440bf"/>
          <a:stretch xmlns:a="http://schemas.openxmlformats.org/drawingml/2006/main"/>
        </p:blipFill>
        <p:spPr>
          <a:xfrm xmlns:a="http://schemas.openxmlformats.org/drawingml/2006/main">
            <a:off x="7048500" y="2039938"/>
            <a:ext cx="4095750" cy="273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647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A16F9-A5E5-4E98-962F-64403760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Pineapple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74200-93AA-4AEF-AA81-1F2FE2D5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Latin name: Ananas comosus</a:t>
            </a:r>
          </a:p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Size: approximately 30 cm</a:t>
            </a:r>
          </a:p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Weight: 900–1,100 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75DD5-F3CA-4998-9DFA-6A3AA5ED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717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931FC-BF6A-4368-8FCB-BEC9F4474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ca568663140aa"/>
          <a:stretch xmlns:a="http://schemas.openxmlformats.org/drawingml/2006/main"/>
        </p:blipFill>
        <p:spPr>
          <a:xfrm xmlns:a="http://schemas.openxmlformats.org/drawingml/2006/main">
            <a:off x="8001000" y="1762125"/>
            <a:ext cx="2190750" cy="3286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EAFEA-A5B2-4773-9CAB-B938269A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717D"/>
                </a:solidFill>
                <a:latin typeface="Arial"/>
                <a:ea typeface="Arial"/>
                <a:cs typeface="Arial"/>
              </a:rPr>
              <a:t>Pineapple icon supplied as an editable picture object.</a:t>
            </a:r>
          </a:p>
        </p:txBody>
      </p:sp>
    </p:spTree>
    <p:extLst>
      <p:ext uri="{BB962C8B-B14F-4D97-AF65-F5344CB8AC3E}">
        <p14:creationId xmlns:p14="http://schemas.microsoft.com/office/powerpoint/2010/main" val="3114323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643FE-6B41-48B3-B5A8-3AB07FD1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Annual fruit consumption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03F41-9619-4471-8B2C-4589F5B78DEB}"/>
              </a:ext>
            </a:extLst>
          </p:cNvPr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4524375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2188"/>
                <a:gridCol w="2262188"/>
              </a:tblGrid>
              <a:tr h="61912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Fruit</a:t>
                      </a:r>
                    </a:p>
                  </a:txBody>
                  <a:tcPr marL="91440" marR="91440" marT="45720" marB="45720">
                    <a:solidFill>
                      <a:srgbClr val="E9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kg</a:t>
                      </a:r>
                    </a:p>
                  </a:txBody>
                  <a:tcPr marL="91440" marR="91440" marT="45720" marB="45720">
                    <a:solidFill>
                      <a:srgbClr val="E9F3F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Lemon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Banana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Pineapple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0D775-515F-4ED9-B845-736BA50D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4810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717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9C891-8E84-4621-A79C-C0AA0914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Supplied exercise values; population and year unspecified.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07C9E89-4EF2-4ED3-9E93-1B7C4E101EB9}"/>
              </a:ext>
            </a:extLst>
          </p:cNvPr>
          <p:cNvGraphicFramePr/>
          <p:nvPr/>
        </p:nvGraphicFramePr>
        <p:xfrm>
          <a:off xmlns:a="http://schemas.openxmlformats.org/drawingml/2006/main" x="6096000" y="1905000"/>
          <a:ext xmlns:a="http://schemas.openxmlformats.org/drawingml/2006/main" cx="538162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db11387b834657"/>
          </a:graphicData>
        </a:graphic>
      </p:graphicFrame>
    </p:spTree>
    <p:extLst>
      <p:ext uri="{BB962C8B-B14F-4D97-AF65-F5344CB8AC3E}">
        <p14:creationId xmlns:p14="http://schemas.microsoft.com/office/powerpoint/2010/main" val="678325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2026-10-14T22:08:02.6170000Z</dcterms:created>
  <dcterms:modified xsi:type="dcterms:W3CDTF">2026-10-14T22:08:02.6170000Z</dcterms:modified>
</coreProperties>
</file>